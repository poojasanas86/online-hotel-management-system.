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60" r:id="rId7"/>
    <p:sldId id="258" r:id="rId8"/>
    <p:sldId id="286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Shelke" userId="ada7e13ce9bc6f9f" providerId="LiveId" clId="{C4E7FCCE-6293-4F34-9683-149992F8BEA1}"/>
    <pc:docChg chg="undo custSel addSld delSld modSld">
      <pc:chgData name="Gaurav Shelke" userId="ada7e13ce9bc6f9f" providerId="LiveId" clId="{C4E7FCCE-6293-4F34-9683-149992F8BEA1}" dt="2026-10-07T15:10:39.884" v="202" actId="47"/>
      <pc:docMkLst>
        <pc:docMk/>
      </pc:docMkLst>
      <pc:sldChg chg="addSp delSp modSp mod">
        <pc:chgData name="Gaurav Shelke" userId="ada7e13ce9bc6f9f" providerId="LiveId" clId="{C4E7FCCE-6293-4F34-9683-149992F8BEA1}" dt="2026-10-07T15:07:55.736" v="192" actId="478"/>
        <pc:sldMkLst>
          <pc:docMk/>
          <pc:sldMk cId="3946934594" sldId="256"/>
        </pc:sldMkLst>
        <pc:spChg chg="add del">
          <ac:chgData name="Gaurav Shelke" userId="ada7e13ce9bc6f9f" providerId="LiveId" clId="{C4E7FCCE-6293-4F34-9683-149992F8BEA1}" dt="2026-10-07T15:07:55.736" v="192" actId="478"/>
          <ac:spMkLst>
            <pc:docMk/>
            <pc:sldMk cId="3946934594" sldId="256"/>
            <ac:spMk id="2" creationId="{632BE5BF-9922-45FB-8F3F-4446D40A051B}"/>
          </ac:spMkLst>
        </pc:spChg>
        <pc:spChg chg="add del mod">
          <ac:chgData name="Gaurav Shelke" userId="ada7e13ce9bc6f9f" providerId="LiveId" clId="{C4E7FCCE-6293-4F34-9683-149992F8BEA1}" dt="2026-10-07T15:07:55.736" v="192" actId="478"/>
          <ac:spMkLst>
            <pc:docMk/>
            <pc:sldMk cId="3946934594" sldId="256"/>
            <ac:spMk id="4" creationId="{5EE83850-BF6F-7A97-0432-1A2D3D20E487}"/>
          </ac:spMkLst>
        </pc:spChg>
      </pc:sldChg>
      <pc:sldChg chg="del">
        <pc:chgData name="Gaurav Shelke" userId="ada7e13ce9bc6f9f" providerId="LiveId" clId="{C4E7FCCE-6293-4F34-9683-149992F8BEA1}" dt="2026-10-07T15:10:39.884" v="202" actId="47"/>
        <pc:sldMkLst>
          <pc:docMk/>
          <pc:sldMk cId="44069682" sldId="268"/>
        </pc:sldMkLst>
      </pc:sldChg>
      <pc:sldChg chg="modSp mod">
        <pc:chgData name="Gaurav Shelke" userId="ada7e13ce9bc6f9f" providerId="LiveId" clId="{C4E7FCCE-6293-4F34-9683-149992F8BEA1}" dt="2026-10-07T15:10:23.348" v="200" actId="20577"/>
        <pc:sldMkLst>
          <pc:docMk/>
          <pc:sldMk cId="429771863" sldId="269"/>
        </pc:sldMkLst>
        <pc:spChg chg="mod">
          <ac:chgData name="Gaurav Shelke" userId="ada7e13ce9bc6f9f" providerId="LiveId" clId="{C4E7FCCE-6293-4F34-9683-149992F8BEA1}" dt="2026-10-07T15:10:23.348" v="200" actId="20577"/>
          <ac:spMkLst>
            <pc:docMk/>
            <pc:sldMk cId="429771863" sldId="269"/>
            <ac:spMk id="2" creationId="{632BE5BF-9922-45FB-8F3F-4446D40A051B}"/>
          </ac:spMkLst>
        </pc:spChg>
      </pc:sldChg>
      <pc:sldChg chg="del">
        <pc:chgData name="Gaurav Shelke" userId="ada7e13ce9bc6f9f" providerId="LiveId" clId="{C4E7FCCE-6293-4F34-9683-149992F8BEA1}" dt="2026-10-07T15:10:37.455" v="201" actId="47"/>
        <pc:sldMkLst>
          <pc:docMk/>
          <pc:sldMk cId="59582380" sldId="285"/>
        </pc:sldMkLst>
      </pc:sldChg>
      <pc:sldChg chg="addSp modSp mod">
        <pc:chgData name="Gaurav Shelke" userId="ada7e13ce9bc6f9f" providerId="LiveId" clId="{C4E7FCCE-6293-4F34-9683-149992F8BEA1}" dt="2026-10-07T15:09:52.044" v="199" actId="255"/>
        <pc:sldMkLst>
          <pc:docMk/>
          <pc:sldMk cId="1864745510" sldId="292"/>
        </pc:sldMkLst>
        <pc:spChg chg="mod">
          <ac:chgData name="Gaurav Shelke" userId="ada7e13ce9bc6f9f" providerId="LiveId" clId="{C4E7FCCE-6293-4F34-9683-149992F8BEA1}" dt="2026-10-07T15:09:52.044" v="199" actId="255"/>
          <ac:spMkLst>
            <pc:docMk/>
            <pc:sldMk cId="1864745510" sldId="292"/>
            <ac:spMk id="4" creationId="{3A334C6D-4B67-55C7-3AF3-BCEA70712CA8}"/>
          </ac:spMkLst>
        </pc:spChg>
        <pc:picChg chg="add mod">
          <ac:chgData name="Gaurav Shelke" userId="ada7e13ce9bc6f9f" providerId="LiveId" clId="{C4E7FCCE-6293-4F34-9683-149992F8BEA1}" dt="2026-10-07T15:09:06.882" v="194" actId="1076"/>
          <ac:picMkLst>
            <pc:docMk/>
            <pc:sldMk cId="1864745510" sldId="292"/>
            <ac:picMk id="5" creationId="{C1878589-5A67-2086-A0BB-1A577C912812}"/>
          </ac:picMkLst>
        </pc:picChg>
      </pc:sldChg>
      <pc:sldChg chg="addSp modSp new mod">
        <pc:chgData name="Gaurav Shelke" userId="ada7e13ce9bc6f9f" providerId="LiveId" clId="{C4E7FCCE-6293-4F34-9683-149992F8BEA1}" dt="2026-10-07T15:08:58.195" v="193" actId="115"/>
        <pc:sldMkLst>
          <pc:docMk/>
          <pc:sldMk cId="1857490896" sldId="293"/>
        </pc:sldMkLst>
        <pc:spChg chg="mod">
          <ac:chgData name="Gaurav Shelke" userId="ada7e13ce9bc6f9f" providerId="LiveId" clId="{C4E7FCCE-6293-4F34-9683-149992F8BEA1}" dt="2026-10-07T15:08:58.195" v="193" actId="115"/>
          <ac:spMkLst>
            <pc:docMk/>
            <pc:sldMk cId="1857490896" sldId="293"/>
            <ac:spMk id="2" creationId="{6D78ABFB-8AA9-B03E-BC0A-F1C6F7ED4DAF}"/>
          </ac:spMkLst>
        </pc:spChg>
        <pc:picChg chg="add mod">
          <ac:chgData name="Gaurav Shelke" userId="ada7e13ce9bc6f9f" providerId="LiveId" clId="{C4E7FCCE-6293-4F34-9683-149992F8BEA1}" dt="2026-10-07T14:53:20.845" v="52" actId="1076"/>
          <ac:picMkLst>
            <pc:docMk/>
            <pc:sldMk cId="1857490896" sldId="293"/>
            <ac:picMk id="5" creationId="{794AA968-FD17-6898-753E-32A6075B30A8}"/>
          </ac:picMkLst>
        </pc:picChg>
      </pc:sldChg>
      <pc:sldChg chg="addSp delSp modSp new mod">
        <pc:chgData name="Gaurav Shelke" userId="ada7e13ce9bc6f9f" providerId="LiveId" clId="{C4E7FCCE-6293-4F34-9683-149992F8BEA1}" dt="2026-10-07T15:09:19.492" v="195" actId="1076"/>
        <pc:sldMkLst>
          <pc:docMk/>
          <pc:sldMk cId="1628901505" sldId="294"/>
        </pc:sldMkLst>
        <pc:spChg chg="mod">
          <ac:chgData name="Gaurav Shelke" userId="ada7e13ce9bc6f9f" providerId="LiveId" clId="{C4E7FCCE-6293-4F34-9683-149992F8BEA1}" dt="2026-10-07T14:57:10.017" v="82" actId="115"/>
          <ac:spMkLst>
            <pc:docMk/>
            <pc:sldMk cId="1628901505" sldId="294"/>
            <ac:spMk id="2" creationId="{97443B19-08C4-C5A0-4929-ED92A63F3323}"/>
          </ac:spMkLst>
        </pc:spChg>
        <pc:spChg chg="del">
          <ac:chgData name="Gaurav Shelke" userId="ada7e13ce9bc6f9f" providerId="LiveId" clId="{C4E7FCCE-6293-4F34-9683-149992F8BEA1}" dt="2026-10-07T14:54:55.779" v="55" actId="478"/>
          <ac:spMkLst>
            <pc:docMk/>
            <pc:sldMk cId="1628901505" sldId="294"/>
            <ac:spMk id="3" creationId="{92286932-D6DE-9A90-D00B-E7B55F21BF88}"/>
          </ac:spMkLst>
        </pc:spChg>
        <pc:picChg chg="add mod">
          <ac:chgData name="Gaurav Shelke" userId="ada7e13ce9bc6f9f" providerId="LiveId" clId="{C4E7FCCE-6293-4F34-9683-149992F8BEA1}" dt="2026-10-07T15:09:19.492" v="195" actId="1076"/>
          <ac:picMkLst>
            <pc:docMk/>
            <pc:sldMk cId="1628901505" sldId="294"/>
            <ac:picMk id="6" creationId="{DA3D2ED0-24EE-BD9A-7EF6-76F064D4A625}"/>
          </ac:picMkLst>
        </pc:picChg>
      </pc:sldChg>
      <pc:sldChg chg="addSp modSp new mod">
        <pc:chgData name="Gaurav Shelke" userId="ada7e13ce9bc6f9f" providerId="LiveId" clId="{C4E7FCCE-6293-4F34-9683-149992F8BEA1}" dt="2026-10-07T14:59:41.401" v="109" actId="1076"/>
        <pc:sldMkLst>
          <pc:docMk/>
          <pc:sldMk cId="3160828693" sldId="295"/>
        </pc:sldMkLst>
        <pc:spChg chg="mod">
          <ac:chgData name="Gaurav Shelke" userId="ada7e13ce9bc6f9f" providerId="LiveId" clId="{C4E7FCCE-6293-4F34-9683-149992F8BEA1}" dt="2026-10-07T14:58:52.769" v="105" actId="115"/>
          <ac:spMkLst>
            <pc:docMk/>
            <pc:sldMk cId="3160828693" sldId="295"/>
            <ac:spMk id="2" creationId="{C9DC9882-D4F4-8D78-32B2-F097A097975F}"/>
          </ac:spMkLst>
        </pc:spChg>
        <pc:picChg chg="add mod">
          <ac:chgData name="Gaurav Shelke" userId="ada7e13ce9bc6f9f" providerId="LiveId" clId="{C4E7FCCE-6293-4F34-9683-149992F8BEA1}" dt="2026-10-07T14:59:41.401" v="109" actId="1076"/>
          <ac:picMkLst>
            <pc:docMk/>
            <pc:sldMk cId="3160828693" sldId="295"/>
            <ac:picMk id="5" creationId="{D3AF9185-2DCB-BA39-34C2-0AC369B80464}"/>
          </ac:picMkLst>
        </pc:picChg>
      </pc:sldChg>
      <pc:sldChg chg="addSp delSp modSp new mod">
        <pc:chgData name="Gaurav Shelke" userId="ada7e13ce9bc6f9f" providerId="LiveId" clId="{C4E7FCCE-6293-4F34-9683-149992F8BEA1}" dt="2026-10-07T15:02:45.110" v="139" actId="1076"/>
        <pc:sldMkLst>
          <pc:docMk/>
          <pc:sldMk cId="2864532037" sldId="296"/>
        </pc:sldMkLst>
        <pc:spChg chg="mod">
          <ac:chgData name="Gaurav Shelke" userId="ada7e13ce9bc6f9f" providerId="LiveId" clId="{C4E7FCCE-6293-4F34-9683-149992F8BEA1}" dt="2026-10-07T15:02:34.832" v="138" actId="115"/>
          <ac:spMkLst>
            <pc:docMk/>
            <pc:sldMk cId="2864532037" sldId="296"/>
            <ac:spMk id="2" creationId="{F361C6DE-1D67-8C5C-8D8F-DE5968E0E003}"/>
          </ac:spMkLst>
        </pc:spChg>
        <pc:spChg chg="del">
          <ac:chgData name="Gaurav Shelke" userId="ada7e13ce9bc6f9f" providerId="LiveId" clId="{C4E7FCCE-6293-4F34-9683-149992F8BEA1}" dt="2026-10-07T15:00:13.166" v="112" actId="478"/>
          <ac:spMkLst>
            <pc:docMk/>
            <pc:sldMk cId="2864532037" sldId="296"/>
            <ac:spMk id="3" creationId="{259C584F-6E44-5E57-3E83-BF9EABCE1D9F}"/>
          </ac:spMkLst>
        </pc:spChg>
        <pc:picChg chg="add del mod">
          <ac:chgData name="Gaurav Shelke" userId="ada7e13ce9bc6f9f" providerId="LiveId" clId="{C4E7FCCE-6293-4F34-9683-149992F8BEA1}" dt="2026-10-07T15:01:37.605" v="132" actId="478"/>
          <ac:picMkLst>
            <pc:docMk/>
            <pc:sldMk cId="2864532037" sldId="296"/>
            <ac:picMk id="6" creationId="{900400B7-7C19-9478-F288-85C6F77C6879}"/>
          </ac:picMkLst>
        </pc:picChg>
        <pc:picChg chg="add mod">
          <ac:chgData name="Gaurav Shelke" userId="ada7e13ce9bc6f9f" providerId="LiveId" clId="{C4E7FCCE-6293-4F34-9683-149992F8BEA1}" dt="2026-10-07T15:02:45.110" v="139" actId="1076"/>
          <ac:picMkLst>
            <pc:docMk/>
            <pc:sldMk cId="2864532037" sldId="296"/>
            <ac:picMk id="8" creationId="{4152D9B8-3FB9-6B5D-4C25-EE5FC0C0A6C7}"/>
          </ac:picMkLst>
        </pc:picChg>
      </pc:sldChg>
      <pc:sldChg chg="addSp modSp new mod">
        <pc:chgData name="Gaurav Shelke" userId="ada7e13ce9bc6f9f" providerId="LiveId" clId="{C4E7FCCE-6293-4F34-9683-149992F8BEA1}" dt="2026-10-07T15:04:57.508" v="165" actId="1076"/>
        <pc:sldMkLst>
          <pc:docMk/>
          <pc:sldMk cId="1285757160" sldId="297"/>
        </pc:sldMkLst>
        <pc:spChg chg="mod">
          <ac:chgData name="Gaurav Shelke" userId="ada7e13ce9bc6f9f" providerId="LiveId" clId="{C4E7FCCE-6293-4F34-9683-149992F8BEA1}" dt="2026-10-07T15:03:31.240" v="160" actId="20577"/>
          <ac:spMkLst>
            <pc:docMk/>
            <pc:sldMk cId="1285757160" sldId="297"/>
            <ac:spMk id="2" creationId="{CFBCBFF6-2FD6-245A-9EF5-B60671C5C41D}"/>
          </ac:spMkLst>
        </pc:spChg>
        <pc:picChg chg="add mod">
          <ac:chgData name="Gaurav Shelke" userId="ada7e13ce9bc6f9f" providerId="LiveId" clId="{C4E7FCCE-6293-4F34-9683-149992F8BEA1}" dt="2026-10-07T15:04:57.508" v="165" actId="1076"/>
          <ac:picMkLst>
            <pc:docMk/>
            <pc:sldMk cId="1285757160" sldId="297"/>
            <ac:picMk id="5" creationId="{0CB654C7-3BD6-C365-6CB6-8DAC80103CE5}"/>
          </ac:picMkLst>
        </pc:picChg>
      </pc:sldChg>
      <pc:sldChg chg="addSp modSp new mod">
        <pc:chgData name="Gaurav Shelke" userId="ada7e13ce9bc6f9f" providerId="LiveId" clId="{C4E7FCCE-6293-4F34-9683-149992F8BEA1}" dt="2026-10-07T15:07:30.128" v="190" actId="1076"/>
        <pc:sldMkLst>
          <pc:docMk/>
          <pc:sldMk cId="52230261" sldId="298"/>
        </pc:sldMkLst>
        <pc:spChg chg="mod">
          <ac:chgData name="Gaurav Shelke" userId="ada7e13ce9bc6f9f" providerId="LiveId" clId="{C4E7FCCE-6293-4F34-9683-149992F8BEA1}" dt="2026-10-07T15:06:12.782" v="186" actId="115"/>
          <ac:spMkLst>
            <pc:docMk/>
            <pc:sldMk cId="52230261" sldId="298"/>
            <ac:spMk id="2" creationId="{46DF2629-418F-A7EA-75A5-A4F86ED3FBC4}"/>
          </ac:spMkLst>
        </pc:spChg>
        <pc:picChg chg="add mod">
          <ac:chgData name="Gaurav Shelke" userId="ada7e13ce9bc6f9f" providerId="LiveId" clId="{C4E7FCCE-6293-4F34-9683-149992F8BEA1}" dt="2026-10-07T15:07:30.128" v="190" actId="1076"/>
          <ac:picMkLst>
            <pc:docMk/>
            <pc:sldMk cId="52230261" sldId="298"/>
            <ac:picMk id="5" creationId="{D9564E3A-8BA2-8397-7949-7BA66FDF66E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240" y="2844800"/>
            <a:ext cx="10231120" cy="1341120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 ONLINE HOTEL MANAGEMENT SYSTEM 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2640" y="3180080"/>
            <a:ext cx="7431786" cy="2316479"/>
          </a:xfrm>
        </p:spPr>
        <p:txBody>
          <a:bodyPr>
            <a:normAutofit/>
          </a:bodyPr>
          <a:lstStyle/>
          <a:p>
            <a:r>
              <a:rPr lang="en-US" sz="1800" b="1" spc="0" dirty="0">
                <a:solidFill>
                  <a:schemeClr val="bg1"/>
                </a:solidFill>
                <a:cs typeface="Aparajita" panose="02020603050405020304" pitchFamily="18" charset="0"/>
              </a:rPr>
              <a:t>Hotel Management System is a software application for managing hotel </a:t>
            </a:r>
            <a:r>
              <a:rPr lang="en-US" sz="1800" b="1" spc="0" dirty="0" err="1">
                <a:solidFill>
                  <a:schemeClr val="bg1"/>
                </a:solidFill>
                <a:cs typeface="Aparajita" panose="02020603050405020304" pitchFamily="18" charset="0"/>
              </a:rPr>
              <a:t>activities.It</a:t>
            </a:r>
            <a:r>
              <a:rPr lang="en-US" sz="1800" b="1" spc="0" dirty="0">
                <a:solidFill>
                  <a:schemeClr val="bg1"/>
                </a:solidFill>
                <a:cs typeface="Aparajita" panose="02020603050405020304" pitchFamily="18" charset="0"/>
              </a:rPr>
              <a:t> manages room booking, customer details, orders and </a:t>
            </a:r>
            <a:r>
              <a:rPr lang="en-US" sz="1800" b="1" spc="0" dirty="0" err="1">
                <a:solidFill>
                  <a:schemeClr val="bg1"/>
                </a:solidFill>
                <a:cs typeface="Aparajita" panose="02020603050405020304" pitchFamily="18" charset="0"/>
              </a:rPr>
              <a:t>payments.It</a:t>
            </a:r>
            <a:r>
              <a:rPr lang="en-US" sz="1800" b="1" spc="0" dirty="0">
                <a:solidFill>
                  <a:schemeClr val="bg1"/>
                </a:solidFill>
                <a:cs typeface="Aparajita" panose="02020603050405020304" pitchFamily="18" charset="0"/>
              </a:rPr>
              <a:t> reduces manual work and errors. It provides fast and better hotel services</a:t>
            </a:r>
            <a:r>
              <a:rPr lang="en-US" sz="1800" b="1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2997201"/>
            <a:ext cx="8176768" cy="36576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</a:t>
            </a:r>
            <a:br>
              <a:rPr lang="en-US" dirty="0"/>
            </a:br>
            <a:r>
              <a:rPr lang="en-US" dirty="0"/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59281"/>
            <a:ext cx="8461248" cy="1290320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Identification And </a:t>
            </a:r>
            <a:r>
              <a:rPr lang="en-US" dirty="0" err="1"/>
              <a:t>Defination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3429000"/>
            <a:ext cx="6964426" cy="299212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>
                <a:solidFill>
                  <a:schemeClr val="bg1"/>
                </a:solidFill>
              </a:rPr>
              <a:t>Many hotels still use manual methods for bookings, billing, check-in/out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>
                <a:solidFill>
                  <a:schemeClr val="bg1"/>
                </a:solidFill>
              </a:rPr>
              <a:t> Leads to errors, delays, duplicate bookings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>
                <a:solidFill>
                  <a:schemeClr val="bg1"/>
                </a:solidFill>
              </a:rPr>
              <a:t>Difficulty in maintaining records</a:t>
            </a:r>
          </a:p>
          <a:p>
            <a:r>
              <a:rPr lang="en-US" spc="0" dirty="0">
                <a:solidFill>
                  <a:schemeClr val="bg1"/>
                </a:solidFill>
              </a:rPr>
              <a:t> </a:t>
            </a:r>
          </a:p>
          <a:p>
            <a:r>
              <a:rPr lang="en-US" spc="0" dirty="0">
                <a:solidFill>
                  <a:schemeClr val="bg1"/>
                </a:solidFill>
              </a:rPr>
              <a:t>       Hotel management system is developed to automate hotel operations. It helps manage room reservations, customer information, billing, staff records and reports efficiently. Reduces paperwork, saves time, improves accuracy.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1534160"/>
            <a:ext cx="11485880" cy="594137"/>
          </a:xfrm>
        </p:spPr>
        <p:txBody>
          <a:bodyPr/>
          <a:lstStyle/>
          <a:p>
            <a:r>
              <a:rPr lang="en-US" sz="3600" dirty="0"/>
              <a:t>Drawbacks of Existing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480" y="2682240"/>
            <a:ext cx="6624320" cy="30363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Manual tasks take more time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Higher chance of human error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Difficult to maintain customer records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Room availability not updated instantly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Billing calculation errors- Reports take more time- Data may be lost / damaged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38E9-BCDC-922E-7B9D-F86839462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040" y="1503680"/>
            <a:ext cx="7613904" cy="1249680"/>
          </a:xfrm>
        </p:spPr>
        <p:txBody>
          <a:bodyPr/>
          <a:lstStyle/>
          <a:p>
            <a:r>
              <a:rPr lang="en-IN" sz="4800" dirty="0">
                <a:solidFill>
                  <a:schemeClr val="bg1"/>
                </a:solidFill>
              </a:rPr>
              <a:t>Scope of Proposed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80FDC-7A7F-89B1-D13D-51A276F90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7920" y="3340608"/>
            <a:ext cx="7319264" cy="271475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spc="0" dirty="0"/>
              <a:t>Manage room bookings efficiently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/>
              <a:t>  Maintain customer details in secure database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/>
              <a:t>  Handle check-in / check-out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/>
              <a:t> Generate accurate  bills automatically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/>
              <a:t>  Display room availability in real time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pc="0" dirty="0"/>
              <a:t> Auto reports: Booking, Customer, </a:t>
            </a:r>
            <a:r>
              <a:rPr lang="en-US" spc="0" dirty="0" err="1"/>
              <a:t>Payment,Availability</a:t>
            </a:r>
            <a:r>
              <a:rPr lang="en-US" spc="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130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3CCE2-5E4A-DF4B-24DD-CC5427FE4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93521"/>
            <a:ext cx="11353800" cy="853440"/>
          </a:xfrm>
        </p:spPr>
        <p:txBody>
          <a:bodyPr/>
          <a:lstStyle/>
          <a:p>
            <a:r>
              <a:rPr lang="en-IN" sz="4000" dirty="0"/>
              <a:t>Feasibility Study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D3C67-D0F4-5EC5-78AF-52733CAA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06C70-93F5-AE35-B073-7B33AD209A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056640" y="2590799"/>
            <a:ext cx="9672320" cy="269240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Technical: SQL Server, PostgreSQL, HTML, Python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 Economic: Cost effective, reduces paperwork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Operational: Easy to use for staff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 Schedule: Can be completed within planned time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9940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D7E6-A3D1-5232-2F29-4219898B5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4640" y="1747520"/>
            <a:ext cx="7548880" cy="1920240"/>
          </a:xfrm>
        </p:spPr>
        <p:txBody>
          <a:bodyPr/>
          <a:lstStyle/>
          <a:p>
            <a:r>
              <a:rPr lang="en-IN" sz="4000" dirty="0">
                <a:solidFill>
                  <a:schemeClr val="bg1"/>
                </a:solidFill>
                <a:latin typeface="+mn-lt"/>
              </a:rPr>
              <a:t>Data Requirements     </a:t>
            </a:r>
            <a:br>
              <a:rPr lang="en-IN" sz="4000" dirty="0">
                <a:solidFill>
                  <a:schemeClr val="bg1"/>
                </a:solidFill>
                <a:latin typeface="+mn-lt"/>
              </a:rPr>
            </a:br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1.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Customer: ID, Name, Address, Mobile, Email, ID Proof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b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2. Room: Number, Type, Status, Charges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b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3. Booking: Booking ID, Customer ID, Room No, Check-in/out, Guests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b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</a:b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4. Payment: ID, Bill Amount, Method, Status, Date5. Employee: ID, Name, Designation, Contact</a:t>
            </a:r>
            <a:endParaRPr lang="en-IN" sz="1400" dirty="0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F5070-051D-49E4-8840-BB7E0E1A8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4640" y="4175760"/>
            <a:ext cx="7004304" cy="2021839"/>
          </a:xfrm>
        </p:spPr>
        <p:txBody>
          <a:bodyPr>
            <a:normAutofit/>
          </a:bodyPr>
          <a:lstStyle/>
          <a:p>
            <a:r>
              <a:rPr lang="en-IN" sz="3200" b="1" spc="0" dirty="0"/>
              <a:t>End Users</a:t>
            </a:r>
          </a:p>
          <a:p>
            <a:r>
              <a:rPr lang="en-US" sz="1500" b="1" spc="0" dirty="0"/>
              <a:t>1. Admin: Manages entire system, reports</a:t>
            </a:r>
          </a:p>
          <a:p>
            <a:r>
              <a:rPr lang="en-US" sz="1500" b="1" spc="0" dirty="0"/>
              <a:t>2. Receptionist: Booking, check-in/out, billing</a:t>
            </a:r>
          </a:p>
          <a:p>
            <a:r>
              <a:rPr lang="en-US" sz="1500" b="1" spc="0" dirty="0"/>
              <a:t>3. Hotel Manager: Monitors operations, views reports</a:t>
            </a:r>
          </a:p>
          <a:p>
            <a:r>
              <a:rPr lang="en-US" sz="1500" b="1" spc="0" dirty="0"/>
              <a:t>4. Customer: Books rooms, views booking, payment</a:t>
            </a:r>
            <a:endParaRPr lang="en-IN" sz="1500" b="1" spc="0" dirty="0"/>
          </a:p>
          <a:p>
            <a:endParaRPr lang="en-IN" sz="3200" b="1" spc="0" dirty="0"/>
          </a:p>
        </p:txBody>
      </p:sp>
    </p:spTree>
    <p:extLst>
      <p:ext uri="{BB962C8B-B14F-4D97-AF65-F5344CB8AC3E}">
        <p14:creationId xmlns:p14="http://schemas.microsoft.com/office/powerpoint/2010/main" val="104996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7CD1-05D3-E9F3-81CE-B8AFD68C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843280"/>
            <a:ext cx="11351260" cy="1859280"/>
          </a:xfrm>
        </p:spPr>
        <p:txBody>
          <a:bodyPr/>
          <a:lstStyle/>
          <a:p>
            <a:r>
              <a:rPr lang="en-IN" dirty="0"/>
              <a:t>ER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AEE41-1C03-9B26-C954-18B2484D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055B4-816C-8D73-B2B4-52AA9F52B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798321"/>
            <a:ext cx="5204460" cy="235712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 Entities: Customer, Room, Booking, Payment, Staff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      Relationship: Customer places Booking, Room assigned to Booking, Booking paid via Payment, Staff manages Booking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BC1659-4C22-AB8D-3D40-98062D851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160" y="1644047"/>
            <a:ext cx="5527040" cy="437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9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AA2D-BE4D-EF63-3529-45EB306F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487680"/>
            <a:ext cx="9276080" cy="649922"/>
          </a:xfrm>
        </p:spPr>
        <p:txBody>
          <a:bodyPr/>
          <a:lstStyle/>
          <a:p>
            <a:r>
              <a:rPr lang="en-IN" sz="4000" u="sng" dirty="0"/>
              <a:t>OBJECT 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FC1207-6BFB-CD6B-E376-00289EB0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21171-F1F8-624E-8869-AD8354157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178800" cy="428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5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02692B-8A11-6324-A8BE-09AB7B5E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334C6D-4B67-55C7-3AF3-BCEA7071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72" y="625152"/>
            <a:ext cx="7976118" cy="849086"/>
          </a:xfrm>
        </p:spPr>
        <p:txBody>
          <a:bodyPr>
            <a:normAutofit/>
          </a:bodyPr>
          <a:lstStyle/>
          <a:p>
            <a:r>
              <a:rPr lang="en-IN" sz="4000" u="sng" dirty="0"/>
              <a:t>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78589-5A67-2086-A0BB-1A577C91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65" y="1632858"/>
            <a:ext cx="7976118" cy="451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45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ABFB-8AA9-B03E-BC0A-F1C6F7ED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9922"/>
          </a:xfrm>
        </p:spPr>
        <p:txBody>
          <a:bodyPr/>
          <a:lstStyle/>
          <a:p>
            <a:r>
              <a:rPr lang="en-IN" sz="4000" u="sng" dirty="0"/>
              <a:t>COMPONANT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CDE35B-D2F3-0751-FB33-6A567017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AA968-FD17-6898-753E-32A6075B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72" y="1570598"/>
            <a:ext cx="8164287" cy="436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9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3B19-08C4-C5A0-4929-ED92A63F3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78" y="331237"/>
            <a:ext cx="7801885" cy="1059024"/>
          </a:xfrm>
        </p:spPr>
        <p:txBody>
          <a:bodyPr>
            <a:normAutofit/>
          </a:bodyPr>
          <a:lstStyle/>
          <a:p>
            <a:r>
              <a:rPr lang="en-IN" sz="4000" u="sng" dirty="0"/>
              <a:t>DEPLOYMNT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88503-E7A4-6CD9-2462-9E2775C0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D2ED0-24EE-BD9A-7EF6-76F064D4A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964" y="1726162"/>
            <a:ext cx="7128588" cy="41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01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C9882-D4F4-8D78-32B2-F097A097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9922"/>
          </a:xfrm>
        </p:spPr>
        <p:txBody>
          <a:bodyPr/>
          <a:lstStyle/>
          <a:p>
            <a:r>
              <a:rPr lang="en-IN" sz="4000" u="sng" dirty="0"/>
              <a:t>USE 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A1E339-F1D5-C0F7-8B39-C98AE612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F9185-2DCB-BA39-34C2-0AC369B80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62" y="1548881"/>
            <a:ext cx="8281358" cy="445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28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C6DE-1D67-8C5C-8D8F-DE5968E0E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516" y="508519"/>
            <a:ext cx="7781544" cy="859055"/>
          </a:xfrm>
        </p:spPr>
        <p:txBody>
          <a:bodyPr/>
          <a:lstStyle/>
          <a:p>
            <a:r>
              <a:rPr lang="en-IN" u="sng" dirty="0"/>
              <a:t>SEQUENCE DIGARAM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AD276-D31C-D50E-C89E-E4B8ED85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52D9B8-3FB9-6B5D-4C25-EE5FC0C0A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20" y="1623031"/>
            <a:ext cx="7976896" cy="487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3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BFF6-2FD6-245A-9EF5-B60671C5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COLLABRATION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D69DBB-0948-FC36-1712-217B59C8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654C7-3BD6-C365-6CB6-8DAC80103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4" y="1563492"/>
            <a:ext cx="9410700" cy="49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57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2629-418F-A7EA-75A5-A4F86ED3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9922"/>
          </a:xfrm>
        </p:spPr>
        <p:txBody>
          <a:bodyPr/>
          <a:lstStyle/>
          <a:p>
            <a:r>
              <a:rPr lang="en-IN" sz="4000" u="sng" dirty="0"/>
              <a:t>ACTIVITY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77C814-5547-174C-1EF6-511CCA87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64E3A-8BA2-8397-7949-7BA66FDF6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40" y="1561743"/>
            <a:ext cx="10287000" cy="493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0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427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Aparajita</vt:lpstr>
      <vt:lpstr>Aptos</vt:lpstr>
      <vt:lpstr>Aptos Display</vt:lpstr>
      <vt:lpstr>Arial</vt:lpstr>
      <vt:lpstr>Calibri</vt:lpstr>
      <vt:lpstr>Trade Gothic LT Pro</vt:lpstr>
      <vt:lpstr>Wingdings</vt:lpstr>
      <vt:lpstr>Office Theme</vt:lpstr>
      <vt:lpstr>       ONLINE HOTEL MANAGEMENT SYSTEM </vt:lpstr>
      <vt:lpstr>INTRODUCTION            </vt:lpstr>
      <vt:lpstr>Problem Identification And Defination</vt:lpstr>
      <vt:lpstr>Drawbacks of Existing System</vt:lpstr>
      <vt:lpstr>Scope of Proposed System</vt:lpstr>
      <vt:lpstr>Feasibility Study</vt:lpstr>
      <vt:lpstr>Data Requirements      1.Customer: ID, Name, Address, Mobile, Email, ID Proof  2. Room: Number, Type, Status, Charges  3. Booking: Booking ID, Customer ID, Room No, Check-in/out, Guests  4. Payment: ID, Bill Amount, Method, Status, Date5. Employee: ID, Name, Designation, Contact</vt:lpstr>
      <vt:lpstr>ER Diagram</vt:lpstr>
      <vt:lpstr>OBJECT  DIAGRAM</vt:lpstr>
      <vt:lpstr>CLASS DIAGRAM</vt:lpstr>
      <vt:lpstr>COMPONANT DIAGRAM</vt:lpstr>
      <vt:lpstr>DEPLOYMNT DIAGRAM</vt:lpstr>
      <vt:lpstr>USE CASE DIAGRAM</vt:lpstr>
      <vt:lpstr>SEQUENCE DIGARAM</vt:lpstr>
      <vt:lpstr>COLLABRATION DIAGRAM</vt:lpstr>
      <vt:lpstr>ACTIVITY DIAGRAM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Shelke</dc:creator>
  <cp:lastModifiedBy>Gaurav Shelke</cp:lastModifiedBy>
  <cp:revision>1</cp:revision>
  <dcterms:created xsi:type="dcterms:W3CDTF">2026-10-07T11:30:11Z</dcterms:created>
  <dcterms:modified xsi:type="dcterms:W3CDTF">2026-10-07T15:13:44Z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